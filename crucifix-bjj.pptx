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The Crucifix Position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Complete Guide to BJJ's Most Devastating Control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What is the Crucifix Position?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A dominant control position from behind</a:t>
            </a:r>
          </a:p>
          <a:p>
            <a:pPr>
              <a:spcAft>
                <a:spcPts val="1200"/>
              </a:spcAft>
              <a:defRPr sz="1800"/>
            </a:pPr>
            <a:r>
              <a:t>Both of opponent's arms are trapped and controlled</a:t>
            </a:r>
          </a:p>
          <a:p>
            <a:pPr>
              <a:spcAft>
                <a:spcPts val="1200"/>
              </a:spcAft>
              <a:defRPr sz="1800"/>
            </a:pPr>
            <a:r>
              <a:t>One arm controlled by attacker's legs</a:t>
            </a:r>
          </a:p>
          <a:p>
            <a:pPr>
              <a:spcAft>
                <a:spcPts val="1200"/>
              </a:spcAft>
              <a:defRPr sz="1800"/>
            </a:pPr>
            <a:r>
              <a:t>Other arm trapped under armpit or by hands</a:t>
            </a:r>
          </a:p>
          <a:p>
            <a:pPr>
              <a:spcAft>
                <a:spcPts val="1200"/>
              </a:spcAft>
              <a:defRPr sz="1800"/>
            </a:pPr>
            <a:r>
              <a:t>Opponent is completely defenseless</a:t>
            </a:r>
          </a:p>
          <a:p>
            <a:pPr>
              <a:spcAft>
                <a:spcPts val="1200"/>
              </a:spcAft>
              <a:defRPr sz="1800"/>
            </a:pPr>
            <a:r>
              <a:t>Named for resemblance to crucifixion pose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History &amp; 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Roots in catch wrestling</a:t>
            </a:r>
          </a:p>
          <a:p>
            <a:pPr>
              <a:spcAft>
                <a:spcPts val="1200"/>
              </a:spcAft>
              <a:defRPr sz="1800"/>
            </a:pPr>
            <a:r>
              <a:t>Adapted and refined for Brazilian Jiu-Jitsu</a:t>
            </a:r>
          </a:p>
          <a:p>
            <a:pPr>
              <a:spcAft>
                <a:spcPts val="1200"/>
              </a:spcAft>
              <a:defRPr sz="1800"/>
            </a:pPr>
            <a:r>
              <a:t>Gained prominence in MMA in early 2000s</a:t>
            </a:r>
          </a:p>
          <a:p>
            <a:pPr>
              <a:spcAft>
                <a:spcPts val="1200"/>
              </a:spcAft>
              <a:defRPr sz="1800"/>
            </a:pPr>
            <a:r>
              <a:t>Popularized by fighters like Marcelo Garcia</a:t>
            </a:r>
          </a:p>
          <a:p>
            <a:pPr>
              <a:spcAft>
                <a:spcPts val="1200"/>
              </a:spcAft>
              <a:defRPr sz="1800"/>
            </a:pPr>
            <a:r>
              <a:t>Now a staple of modern BJJ competition</a:t>
            </a:r>
          </a:p>
          <a:p>
            <a:pPr>
              <a:spcAft>
                <a:spcPts val="1200"/>
              </a:spcAft>
              <a:defRPr sz="1800"/>
            </a:pPr>
            <a:r>
              <a:t>Continues to evolve with new variations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Entries (Part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From Back Control:</a:t>
            </a:r>
          </a:p>
          <a:p>
            <a:pPr>
              <a:spcAft>
                <a:spcPts val="1200"/>
              </a:spcAft>
              <a:defRPr sz="1800"/>
            </a:pPr>
            <a:r>
              <a:t>  → Opponent brings arms up to defend choke</a:t>
            </a:r>
          </a:p>
          <a:p>
            <a:pPr>
              <a:spcAft>
                <a:spcPts val="1200"/>
              </a:spcAft>
              <a:defRPr sz="1800"/>
            </a:pPr>
            <a:r>
              <a:t>  → Trap near arm with your legs</a:t>
            </a:r>
          </a:p>
          <a:p>
            <a:pPr>
              <a:spcAft>
                <a:spcPts val="1200"/>
              </a:spcAft>
              <a:defRPr sz="1800"/>
            </a:pPr>
            <a:r>
              <a:t>  → Control far arm with your hands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From Turtle Position:</a:t>
            </a:r>
          </a:p>
          <a:p>
            <a:pPr>
              <a:spcAft>
                <a:spcPts val="1200"/>
              </a:spcAft>
              <a:defRPr sz="1800"/>
            </a:pPr>
            <a:r>
              <a:t>  → Attack near arm while establishing hooks</a:t>
            </a:r>
          </a:p>
          <a:p>
            <a:pPr>
              <a:spcAft>
                <a:spcPts val="1200"/>
              </a:spcAft>
              <a:defRPr sz="1800"/>
            </a:pPr>
            <a:r>
              <a:t>  → Roll opponent to their side</a:t>
            </a:r>
          </a:p>
          <a:p>
            <a:pPr>
              <a:spcAft>
                <a:spcPts val="1200"/>
              </a:spcAft>
              <a:defRPr sz="1800"/>
            </a:pPr>
            <a:r>
              <a:t>  → Secure leg control on trapped arm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Entries (Part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From Side Control:</a:t>
            </a:r>
          </a:p>
          <a:p>
            <a:pPr>
              <a:spcAft>
                <a:spcPts val="1200"/>
              </a:spcAft>
              <a:defRPr sz="1800"/>
            </a:pPr>
            <a:r>
              <a:t>  → Opponent turns away to escape</a:t>
            </a:r>
          </a:p>
          <a:p>
            <a:pPr>
              <a:spcAft>
                <a:spcPts val="1200"/>
              </a:spcAft>
              <a:defRPr sz="1800"/>
            </a:pPr>
            <a:r>
              <a:t>  → Take the back while rolling through</a:t>
            </a:r>
          </a:p>
          <a:p>
            <a:pPr>
              <a:spcAft>
                <a:spcPts val="1200"/>
              </a:spcAft>
              <a:defRPr sz="1800"/>
            </a:pPr>
            <a:r>
              <a:t>  → Trap arms during transition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From Failed RNC:</a:t>
            </a:r>
          </a:p>
          <a:p>
            <a:pPr>
              <a:spcAft>
                <a:spcPts val="1200"/>
              </a:spcAft>
              <a:defRPr sz="1800"/>
            </a:pPr>
            <a:r>
              <a:t>  → Opponent defends choke with hands</a:t>
            </a:r>
          </a:p>
          <a:p>
            <a:pPr>
              <a:spcAft>
                <a:spcPts val="1200"/>
              </a:spcAft>
              <a:defRPr sz="1800"/>
            </a:pPr>
            <a:r>
              <a:t>  → Transition to trapping their arms</a:t>
            </a:r>
          </a:p>
          <a:p>
            <a:pPr>
              <a:spcAft>
                <a:spcPts val="1200"/>
              </a:spcAft>
              <a:defRPr sz="1800"/>
            </a:pPr>
            <a:r>
              <a:t>  → Use legs to secure one arm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Common Submissions (Part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Rear Naked Choke (RNC):</a:t>
            </a:r>
          </a:p>
          <a:p>
            <a:pPr>
              <a:spcAft>
                <a:spcPts val="1200"/>
              </a:spcAft>
              <a:defRPr sz="1800"/>
            </a:pPr>
            <a:r>
              <a:t>  → Most common and highest percentage finish</a:t>
            </a:r>
          </a:p>
          <a:p>
            <a:pPr>
              <a:spcAft>
                <a:spcPts val="1200"/>
              </a:spcAft>
              <a:defRPr sz="1800"/>
            </a:pPr>
            <a:r>
              <a:t>  → Opponent cannot defend with trapped arms</a:t>
            </a:r>
          </a:p>
          <a:p>
            <a:pPr>
              <a:spcAft>
                <a:spcPts val="1200"/>
              </a:spcAft>
              <a:defRPr sz="1800"/>
            </a:pPr>
            <a:r>
              <a:t>  → Clean execution with full control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Armbar:</a:t>
            </a:r>
          </a:p>
          <a:p>
            <a:pPr>
              <a:spcAft>
                <a:spcPts val="1200"/>
              </a:spcAft>
              <a:defRPr sz="1800"/>
            </a:pPr>
            <a:r>
              <a:t>  → Attack the trapped arm controlled by legs</a:t>
            </a:r>
          </a:p>
          <a:p>
            <a:pPr>
              <a:spcAft>
                <a:spcPts val="1200"/>
              </a:spcAft>
              <a:defRPr sz="1800"/>
            </a:pPr>
            <a:r>
              <a:t>  → Extend arm and apply pressure to elbow</a:t>
            </a:r>
          </a:p>
          <a:p>
            <a:pPr>
              <a:spcAft>
                <a:spcPts val="1200"/>
              </a:spcAft>
              <a:defRPr sz="1800"/>
            </a:pPr>
            <a:r>
              <a:t>  → Can be finished from multiple angles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Common Submissions (Part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Neck Crank:</a:t>
            </a:r>
          </a:p>
          <a:p>
            <a:pPr>
              <a:spcAft>
                <a:spcPts val="1200"/>
              </a:spcAft>
              <a:defRPr sz="1800"/>
            </a:pPr>
            <a:r>
              <a:t>  → Use legs and arms to create twisting pressure</a:t>
            </a:r>
          </a:p>
          <a:p>
            <a:pPr>
              <a:spcAft>
                <a:spcPts val="1200"/>
              </a:spcAft>
              <a:defRPr sz="1800"/>
            </a:pPr>
            <a:r>
              <a:t>  → Extremely uncomfortable position</a:t>
            </a:r>
          </a:p>
          <a:p>
            <a:pPr>
              <a:spcAft>
                <a:spcPts val="1200"/>
              </a:spcAft>
              <a:defRPr sz="1800"/>
            </a:pPr>
            <a:r>
              <a:t>  → Often forces immediate tap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Other Options:</a:t>
            </a:r>
          </a:p>
          <a:p>
            <a:pPr>
              <a:spcAft>
                <a:spcPts val="1200"/>
              </a:spcAft>
              <a:defRPr sz="1800"/>
            </a:pPr>
            <a:r>
              <a:t>  → Wrist locks on trapped arm</a:t>
            </a:r>
          </a:p>
          <a:p>
            <a:pPr>
              <a:spcAft>
                <a:spcPts val="1200"/>
              </a:spcAft>
              <a:defRPr sz="1800"/>
            </a:pPr>
            <a:r>
              <a:t>  → Face crank variations</a:t>
            </a:r>
          </a:p>
          <a:p>
            <a:pPr>
              <a:spcAft>
                <a:spcPts val="1200"/>
              </a:spcAft>
              <a:defRPr sz="1800"/>
            </a:pPr>
            <a:r>
              <a:t>  → Strikes in MMA (ground and pound)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Notable Practitioners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Marcelo Garcia - Legendary crucifix specialist</a:t>
            </a:r>
          </a:p>
          <a:p>
            <a:pPr>
              <a:spcAft>
                <a:spcPts val="1200"/>
              </a:spcAft>
              <a:defRPr sz="1800"/>
            </a:pPr>
            <a:r>
              <a:t>Renzo Gracie - Used extensively in MMA career</a:t>
            </a:r>
          </a:p>
          <a:p>
            <a:pPr>
              <a:spcAft>
                <a:spcPts val="1200"/>
              </a:spcAft>
              <a:defRPr sz="1800"/>
            </a:pPr>
            <a:r>
              <a:t>Ryan Hall - Known for technical precision</a:t>
            </a:r>
          </a:p>
          <a:p>
            <a:pPr>
              <a:spcAft>
                <a:spcPts val="1200"/>
              </a:spcAft>
              <a:defRPr sz="1800"/>
            </a:pPr>
            <a:r>
              <a:t>Eddie Cummings - Modern submission specialist</a:t>
            </a:r>
          </a:p>
          <a:p>
            <a:pPr>
              <a:spcAft>
                <a:spcPts val="1200"/>
              </a:spcAft>
              <a:defRPr sz="1800"/>
            </a:pPr>
            <a:r>
              <a:t>Demian Maia - MMA master of position control</a:t>
            </a:r>
          </a:p>
          <a:p>
            <a:pPr>
              <a:spcAft>
                <a:spcPts val="1200"/>
              </a:spcAft>
              <a:defRPr sz="1800"/>
            </a:pPr>
            <a:r>
              <a:t>Gordon Ryan - Uses in both gi and no-gi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Defense &amp; Prevention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Prevention is Key:</a:t>
            </a:r>
          </a:p>
          <a:p>
            <a:pPr>
              <a:spcAft>
                <a:spcPts val="1200"/>
              </a:spcAft>
              <a:defRPr sz="1800"/>
            </a:pPr>
            <a:r>
              <a:t>  → Keep elbows tight to body when on bottom</a:t>
            </a:r>
          </a:p>
          <a:p>
            <a:pPr>
              <a:spcAft>
                <a:spcPts val="1200"/>
              </a:spcAft>
              <a:defRPr sz="1800"/>
            </a:pPr>
            <a:r>
              <a:t>  → Don't extend arms to post or push</a:t>
            </a:r>
          </a:p>
          <a:p>
            <a:pPr>
              <a:spcAft>
                <a:spcPts val="1200"/>
              </a:spcAft>
              <a:defRPr sz="1800"/>
            </a:pPr>
            <a:r>
              <a:t>  → Maintain good defensive hand position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Early Recognition:</a:t>
            </a:r>
          </a:p>
          <a:p>
            <a:pPr>
              <a:spcAft>
                <a:spcPts val="1200"/>
              </a:spcAft>
              <a:defRPr sz="1800"/>
            </a:pPr>
            <a:r>
              <a:t>  → Feel for the setup before it's locked in</a:t>
            </a:r>
          </a:p>
          <a:p>
            <a:pPr>
              <a:spcAft>
                <a:spcPts val="1200"/>
              </a:spcAft>
              <a:defRPr sz="1800"/>
            </a:pPr>
            <a:r>
              <a:t>  → React immediately when arm is being attacked</a:t>
            </a:r>
          </a:p>
          <a:p>
            <a:pPr>
              <a:spcAft>
                <a:spcPts val="1200"/>
              </a:spcAft>
              <a:defRPr sz="1800"/>
            </a:pPr>
            <a:r>
              <a:t>  → Don't wait until position is fully secured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Escape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Remove Leg Control First:</a:t>
            </a:r>
          </a:p>
          <a:p>
            <a:pPr>
              <a:spcAft>
                <a:spcPts val="1200"/>
              </a:spcAft>
              <a:defRPr sz="1800"/>
            </a:pPr>
            <a:r>
              <a:t>  → Use free leg to clear opponent's leg hook</a:t>
            </a:r>
          </a:p>
          <a:p>
            <a:pPr>
              <a:spcAft>
                <a:spcPts val="1200"/>
              </a:spcAft>
              <a:defRPr sz="1800"/>
            </a:pPr>
            <a:r>
              <a:t>  → Create space by shrimping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Roll Through:</a:t>
            </a:r>
          </a:p>
          <a:p>
            <a:pPr>
              <a:spcAft>
                <a:spcPts val="1200"/>
              </a:spcAft>
              <a:defRPr sz="1800"/>
            </a:pPr>
            <a:r>
              <a:t>  → If position not fully locked, roll forward</a:t>
            </a:r>
          </a:p>
          <a:p>
            <a:pPr>
              <a:spcAft>
                <a:spcPts val="1200"/>
              </a:spcAft>
              <a:defRPr sz="1800"/>
            </a:pPr>
            <a:r>
              <a:t>  → Can sometimes recover guard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Stay Calm:</a:t>
            </a:r>
          </a:p>
          <a:p>
            <a:pPr>
              <a:spcAft>
                <a:spcPts val="1200"/>
              </a:spcAft>
              <a:defRPr sz="1800"/>
            </a:pPr>
            <a:r>
              <a:t>  → Don't panic and waste energy</a:t>
            </a:r>
          </a:p>
          <a:p>
            <a:pPr>
              <a:spcAft>
                <a:spcPts val="1200"/>
              </a:spcAft>
              <a:defRPr sz="1800"/>
            </a:pPr>
            <a:r>
              <a:t>  → Protect your neck while working escapes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Training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For Attacking:</a:t>
            </a:r>
          </a:p>
          <a:p>
            <a:pPr>
              <a:spcAft>
                <a:spcPts val="1200"/>
              </a:spcAft>
              <a:defRPr sz="1800"/>
            </a:pPr>
            <a:r>
              <a:t>  → Drill entries from back control repeatedly</a:t>
            </a:r>
          </a:p>
          <a:p>
            <a:pPr>
              <a:spcAft>
                <a:spcPts val="1200"/>
              </a:spcAft>
              <a:defRPr sz="1800"/>
            </a:pPr>
            <a:r>
              <a:t>  → Practice transitions between submissions</a:t>
            </a:r>
          </a:p>
          <a:p>
            <a:pPr>
              <a:spcAft>
                <a:spcPts val="1200"/>
              </a:spcAft>
              <a:defRPr sz="1800"/>
            </a:pPr>
            <a:r>
              <a:t>  → Work on maintaining control under resistance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For Defending:</a:t>
            </a:r>
          </a:p>
          <a:p>
            <a:pPr>
              <a:spcAft>
                <a:spcPts val="1200"/>
              </a:spcAft>
              <a:defRPr sz="1800"/>
            </a:pPr>
            <a:r>
              <a:t>  → Start from the position and practice escapes</a:t>
            </a:r>
          </a:p>
          <a:p>
            <a:pPr>
              <a:spcAft>
                <a:spcPts val="1200"/>
              </a:spcAft>
              <a:defRPr sz="1800"/>
            </a:pPr>
            <a:r>
              <a:t>  → Learn to recognize the setup early</a:t>
            </a:r>
          </a:p>
          <a:p>
            <a:pPr>
              <a:spcAft>
                <a:spcPts val="1200"/>
              </a:spcAft>
              <a:defRPr sz="1800"/>
            </a:pPr>
            <a:r>
              <a:t>  → Build comfort in the uncomfortable position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Crucifix = one of BJJ's most dominant positions</a:t>
            </a:r>
          </a:p>
          <a:p>
            <a:pPr>
              <a:spcAft>
                <a:spcPts val="1200"/>
              </a:spcAft>
              <a:defRPr sz="1800"/>
            </a:pPr>
            <a:r>
              <a:t>Control both arms → opponent is defenseless</a:t>
            </a:r>
          </a:p>
          <a:p>
            <a:pPr>
              <a:spcAft>
                <a:spcPts val="1200"/>
              </a:spcAft>
              <a:defRPr sz="1800"/>
            </a:pPr>
            <a:r>
              <a:t>Multiple entries from common positions</a:t>
            </a:r>
          </a:p>
          <a:p>
            <a:pPr>
              <a:spcAft>
                <a:spcPts val="1200"/>
              </a:spcAft>
              <a:defRPr sz="1800"/>
            </a:pPr>
            <a:r>
              <a:t>High-percentage submissions available</a:t>
            </a:r>
          </a:p>
          <a:p>
            <a:pPr>
              <a:spcAft>
                <a:spcPts val="1200"/>
              </a:spcAft>
              <a:defRPr sz="1800"/>
            </a:pPr>
            <a:r>
              <a:t>Prevention through good defensive posture</a:t>
            </a:r>
          </a:p>
          <a:p>
            <a:pPr>
              <a:spcAft>
                <a:spcPts val="1200"/>
              </a:spcAft>
              <a:defRPr sz="1800"/>
            </a:pPr>
            <a:r>
              <a:t>Study the masters: Marcelo Garcia, Renzo Gracie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Master this position to elevate your game!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